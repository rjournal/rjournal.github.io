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61" r:id="rId2"/>
  </p:sldIdLst>
  <p:sldSz cx="8999538" cy="3240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44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530264"/>
            <a:ext cx="6749654" cy="1128031"/>
          </a:xfrm>
        </p:spPr>
        <p:txBody>
          <a:bodyPr anchor="b"/>
          <a:lstStyle>
            <a:lvl1pPr algn="ctr">
              <a:defRPr sz="2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1701796"/>
            <a:ext cx="6749654" cy="782271"/>
          </a:xfrm>
        </p:spPr>
        <p:txBody>
          <a:bodyPr/>
          <a:lstStyle>
            <a:lvl1pPr marL="0" indent="0" algn="ctr">
              <a:buNone/>
              <a:defRPr sz="1134"/>
            </a:lvl1pPr>
            <a:lvl2pPr marL="216027" indent="0" algn="ctr">
              <a:buNone/>
              <a:defRPr sz="945"/>
            </a:lvl2pPr>
            <a:lvl3pPr marL="432054" indent="0" algn="ctr">
              <a:buNone/>
              <a:defRPr sz="851"/>
            </a:lvl3pPr>
            <a:lvl4pPr marL="648081" indent="0" algn="ctr">
              <a:buNone/>
              <a:defRPr sz="756"/>
            </a:lvl4pPr>
            <a:lvl5pPr marL="864108" indent="0" algn="ctr">
              <a:buNone/>
              <a:defRPr sz="756"/>
            </a:lvl5pPr>
            <a:lvl6pPr marL="1080135" indent="0" algn="ctr">
              <a:buNone/>
              <a:defRPr sz="756"/>
            </a:lvl6pPr>
            <a:lvl7pPr marL="1296162" indent="0" algn="ctr">
              <a:buNone/>
              <a:defRPr sz="756"/>
            </a:lvl7pPr>
            <a:lvl8pPr marL="1512189" indent="0" algn="ctr">
              <a:buNone/>
              <a:defRPr sz="756"/>
            </a:lvl8pPr>
            <a:lvl9pPr marL="1728216" indent="0" algn="ctr">
              <a:buNone/>
              <a:defRPr sz="7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796B-573A-4AB7-8224-CE3F80721B6F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D112-265A-4996-B84E-0D3E9D0581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904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796B-573A-4AB7-8224-CE3F80721B6F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D112-265A-4996-B84E-0D3E9D0581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988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807773"/>
            <a:ext cx="7762102" cy="1347786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2168309"/>
            <a:ext cx="7762102" cy="708769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1pPr>
            <a:lvl2pPr marL="21602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2pPr>
            <a:lvl3pPr marL="432054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3pPr>
            <a:lvl4pPr marL="648081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4pPr>
            <a:lvl5pPr marL="864108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5pPr>
            <a:lvl6pPr marL="1080135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6pPr>
            <a:lvl7pPr marL="1296162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7pPr>
            <a:lvl8pPr marL="1512189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8pPr>
            <a:lvl9pPr marL="1728216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796B-573A-4AB7-8224-CE3F80721B6F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D112-265A-4996-B84E-0D3E9D0581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9649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862523"/>
            <a:ext cx="3824804" cy="2055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862523"/>
            <a:ext cx="3824804" cy="2055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796B-573A-4AB7-8224-CE3F80721B6F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D112-265A-4996-B84E-0D3E9D0581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8438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172505"/>
            <a:ext cx="7762102" cy="62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794272"/>
            <a:ext cx="3807226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1183532"/>
            <a:ext cx="3807226" cy="1740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794272"/>
            <a:ext cx="3825976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1183532"/>
            <a:ext cx="3825976" cy="1740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796B-573A-4AB7-8224-CE3F80721B6F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D112-265A-4996-B84E-0D3E9D0581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853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796B-573A-4AB7-8224-CE3F80721B6F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D112-265A-4996-B84E-0D3E9D0581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4040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796B-573A-4AB7-8224-CE3F80721B6F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D112-265A-4996-B84E-0D3E9D0581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2643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216006"/>
            <a:ext cx="2902585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466513"/>
            <a:ext cx="4556016" cy="2302563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972026"/>
            <a:ext cx="2902585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796B-573A-4AB7-8224-CE3F80721B6F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D112-265A-4996-B84E-0D3E9D0581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3707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216006"/>
            <a:ext cx="2902585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466513"/>
            <a:ext cx="4556016" cy="2302563"/>
          </a:xfrm>
        </p:spPr>
        <p:txBody>
          <a:bodyPr anchor="t"/>
          <a:lstStyle>
            <a:lvl1pPr marL="0" indent="0">
              <a:buNone/>
              <a:defRPr sz="1512"/>
            </a:lvl1pPr>
            <a:lvl2pPr marL="216027" indent="0">
              <a:buNone/>
              <a:defRPr sz="1323"/>
            </a:lvl2pPr>
            <a:lvl3pPr marL="432054" indent="0">
              <a:buNone/>
              <a:defRPr sz="1134"/>
            </a:lvl3pPr>
            <a:lvl4pPr marL="648081" indent="0">
              <a:buNone/>
              <a:defRPr sz="945"/>
            </a:lvl4pPr>
            <a:lvl5pPr marL="864108" indent="0">
              <a:buNone/>
              <a:defRPr sz="945"/>
            </a:lvl5pPr>
            <a:lvl6pPr marL="1080135" indent="0">
              <a:buNone/>
              <a:defRPr sz="945"/>
            </a:lvl6pPr>
            <a:lvl7pPr marL="1296162" indent="0">
              <a:buNone/>
              <a:defRPr sz="945"/>
            </a:lvl7pPr>
            <a:lvl8pPr marL="1512189" indent="0">
              <a:buNone/>
              <a:defRPr sz="945"/>
            </a:lvl8pPr>
            <a:lvl9pPr marL="1728216" indent="0">
              <a:buNone/>
              <a:defRPr sz="94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972026"/>
            <a:ext cx="2902585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796B-573A-4AB7-8224-CE3F80721B6F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D112-265A-4996-B84E-0D3E9D0581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9100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796B-573A-4AB7-8224-CE3F80721B6F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D112-265A-4996-B84E-0D3E9D0581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654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172505"/>
            <a:ext cx="1940525" cy="27458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172505"/>
            <a:ext cx="5709082" cy="27458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796B-573A-4AB7-8224-CE3F80721B6F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D112-265A-4996-B84E-0D3E9D0581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8706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172505"/>
            <a:ext cx="7762102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862523"/>
            <a:ext cx="7762102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3003082"/>
            <a:ext cx="2024896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E796B-573A-4AB7-8224-CE3F80721B6F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3003082"/>
            <a:ext cx="3037344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3003082"/>
            <a:ext cx="2024896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6D112-265A-4996-B84E-0D3E9D0581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210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432054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14" indent="-108014" algn="l" defTabSz="432054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4041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40068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6095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972122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9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6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3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836230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image" Target="../media/image1.png"/><Relationship Id="rId16" Type="http://schemas.openxmlformats.org/officeDocument/2006/relationships/image" Target="../media/image7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19" Type="http://schemas.openxmlformats.org/officeDocument/2006/relationships/image" Target="../media/image10.png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044A8-3119-BDD6-3D9C-00B1CED03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EE02C461-420C-F831-F344-D98116560522}"/>
              </a:ext>
            </a:extLst>
          </p:cNvPr>
          <p:cNvSpPr/>
          <p:nvPr/>
        </p:nvSpPr>
        <p:spPr>
          <a:xfrm>
            <a:off x="218304" y="83075"/>
            <a:ext cx="1728000" cy="3073938"/>
          </a:xfrm>
          <a:prstGeom prst="roundRect">
            <a:avLst>
              <a:gd name="adj" fmla="val 1001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90D89193-60E1-66A7-437E-DC6875B05E55}"/>
              </a:ext>
            </a:extLst>
          </p:cNvPr>
          <p:cNvSpPr/>
          <p:nvPr/>
        </p:nvSpPr>
        <p:spPr>
          <a:xfrm>
            <a:off x="2073618" y="88921"/>
            <a:ext cx="4860000" cy="3068093"/>
          </a:xfrm>
          <a:prstGeom prst="roundRect">
            <a:avLst>
              <a:gd name="adj" fmla="val 3390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51" name="Abgerundetes Rechteck 50">
            <a:extLst>
              <a:ext uri="{FF2B5EF4-FFF2-40B4-BE49-F238E27FC236}">
                <a16:creationId xmlns:a16="http://schemas.microsoft.com/office/drawing/2014/main" id="{161CC41F-C60A-45D2-E619-03DE1B43B6B3}"/>
              </a:ext>
            </a:extLst>
          </p:cNvPr>
          <p:cNvSpPr/>
          <p:nvPr/>
        </p:nvSpPr>
        <p:spPr>
          <a:xfrm>
            <a:off x="5860748" y="1303589"/>
            <a:ext cx="468000" cy="46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71" name="Abgerundetes Rechteck 70">
            <a:extLst>
              <a:ext uri="{FF2B5EF4-FFF2-40B4-BE49-F238E27FC236}">
                <a16:creationId xmlns:a16="http://schemas.microsoft.com/office/drawing/2014/main" id="{74E8225E-1424-8523-E690-0B8821EC0D77}"/>
              </a:ext>
            </a:extLst>
          </p:cNvPr>
          <p:cNvSpPr/>
          <p:nvPr/>
        </p:nvSpPr>
        <p:spPr>
          <a:xfrm>
            <a:off x="5406174" y="652273"/>
            <a:ext cx="468000" cy="46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77" name="Abgerundetes Rechteck 76">
            <a:extLst>
              <a:ext uri="{FF2B5EF4-FFF2-40B4-BE49-F238E27FC236}">
                <a16:creationId xmlns:a16="http://schemas.microsoft.com/office/drawing/2014/main" id="{E412764E-012B-7A3C-FA99-FE3271DA4504}"/>
              </a:ext>
            </a:extLst>
          </p:cNvPr>
          <p:cNvSpPr/>
          <p:nvPr/>
        </p:nvSpPr>
        <p:spPr>
          <a:xfrm>
            <a:off x="4138686" y="860905"/>
            <a:ext cx="468000" cy="46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80" name="Abgerundetes Rechteck 79">
            <a:extLst>
              <a:ext uri="{FF2B5EF4-FFF2-40B4-BE49-F238E27FC236}">
                <a16:creationId xmlns:a16="http://schemas.microsoft.com/office/drawing/2014/main" id="{8D04EE9E-4175-5CC7-4767-57D74AA273AA}"/>
              </a:ext>
            </a:extLst>
          </p:cNvPr>
          <p:cNvSpPr/>
          <p:nvPr/>
        </p:nvSpPr>
        <p:spPr>
          <a:xfrm>
            <a:off x="2750466" y="607176"/>
            <a:ext cx="468000" cy="46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34" name="Abgerundetes Rechteck 33">
            <a:extLst>
              <a:ext uri="{FF2B5EF4-FFF2-40B4-BE49-F238E27FC236}">
                <a16:creationId xmlns:a16="http://schemas.microsoft.com/office/drawing/2014/main" id="{547D7E6A-4878-D6A2-224F-B880E5E827C0}"/>
              </a:ext>
            </a:extLst>
          </p:cNvPr>
          <p:cNvSpPr/>
          <p:nvPr/>
        </p:nvSpPr>
        <p:spPr>
          <a:xfrm>
            <a:off x="848304" y="1386045"/>
            <a:ext cx="468000" cy="46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56" name="Abgerundetes Rechteck 55">
            <a:extLst>
              <a:ext uri="{FF2B5EF4-FFF2-40B4-BE49-F238E27FC236}">
                <a16:creationId xmlns:a16="http://schemas.microsoft.com/office/drawing/2014/main" id="{9E61B42E-A2AF-732E-323F-BFEDAC8A58F8}"/>
              </a:ext>
            </a:extLst>
          </p:cNvPr>
          <p:cNvSpPr/>
          <p:nvPr/>
        </p:nvSpPr>
        <p:spPr>
          <a:xfrm>
            <a:off x="3076733" y="1189746"/>
            <a:ext cx="468000" cy="46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59" name="Abgerundetes Rechteck 58">
            <a:extLst>
              <a:ext uri="{FF2B5EF4-FFF2-40B4-BE49-F238E27FC236}">
                <a16:creationId xmlns:a16="http://schemas.microsoft.com/office/drawing/2014/main" id="{7458CAD7-D01D-75E8-7770-C89F0BA028C9}"/>
              </a:ext>
            </a:extLst>
          </p:cNvPr>
          <p:cNvSpPr/>
          <p:nvPr/>
        </p:nvSpPr>
        <p:spPr>
          <a:xfrm>
            <a:off x="4155705" y="1639750"/>
            <a:ext cx="468000" cy="46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2" name="Abgerundetes Rechteck 61">
            <a:extLst>
              <a:ext uri="{FF2B5EF4-FFF2-40B4-BE49-F238E27FC236}">
                <a16:creationId xmlns:a16="http://schemas.microsoft.com/office/drawing/2014/main" id="{19F0644B-D1A6-3323-2E94-51AAD3C5F777}"/>
              </a:ext>
            </a:extLst>
          </p:cNvPr>
          <p:cNvSpPr/>
          <p:nvPr/>
        </p:nvSpPr>
        <p:spPr>
          <a:xfrm>
            <a:off x="2843140" y="1920256"/>
            <a:ext cx="468000" cy="46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5" name="Abgerundetes Rechteck 64">
            <a:extLst>
              <a:ext uri="{FF2B5EF4-FFF2-40B4-BE49-F238E27FC236}">
                <a16:creationId xmlns:a16="http://schemas.microsoft.com/office/drawing/2014/main" id="{4DD5AAFB-EEAC-452E-11F1-D4A4A1A01B21}"/>
              </a:ext>
            </a:extLst>
          </p:cNvPr>
          <p:cNvSpPr/>
          <p:nvPr/>
        </p:nvSpPr>
        <p:spPr>
          <a:xfrm>
            <a:off x="5127591" y="1844005"/>
            <a:ext cx="468000" cy="46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68" name="Abgerundetes Rechteck 67">
            <a:extLst>
              <a:ext uri="{FF2B5EF4-FFF2-40B4-BE49-F238E27FC236}">
                <a16:creationId xmlns:a16="http://schemas.microsoft.com/office/drawing/2014/main" id="{59C07CD7-0BF0-4C0B-F6B9-B0166E603260}"/>
              </a:ext>
            </a:extLst>
          </p:cNvPr>
          <p:cNvSpPr/>
          <p:nvPr/>
        </p:nvSpPr>
        <p:spPr>
          <a:xfrm>
            <a:off x="3569506" y="2468506"/>
            <a:ext cx="468000" cy="46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74" name="Abgerundetes Rechteck 73">
            <a:extLst>
              <a:ext uri="{FF2B5EF4-FFF2-40B4-BE49-F238E27FC236}">
                <a16:creationId xmlns:a16="http://schemas.microsoft.com/office/drawing/2014/main" id="{48E0ABD5-D1A0-0B9D-4127-D8070F2F5FCA}"/>
              </a:ext>
            </a:extLst>
          </p:cNvPr>
          <p:cNvSpPr/>
          <p:nvPr/>
        </p:nvSpPr>
        <p:spPr>
          <a:xfrm>
            <a:off x="5711350" y="2489142"/>
            <a:ext cx="468000" cy="46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cxnSp>
        <p:nvCxnSpPr>
          <p:cNvPr id="83" name="Gekrümmte Verbindung 82">
            <a:extLst>
              <a:ext uri="{FF2B5EF4-FFF2-40B4-BE49-F238E27FC236}">
                <a16:creationId xmlns:a16="http://schemas.microsoft.com/office/drawing/2014/main" id="{11867C83-6B52-AD6D-4D9B-641C0F551B9F}"/>
              </a:ext>
            </a:extLst>
          </p:cNvPr>
          <p:cNvCxnSpPr>
            <a:cxnSpLocks/>
            <a:stCxn id="77" idx="7"/>
            <a:endCxn id="71" idx="1"/>
          </p:cNvCxnSpPr>
          <p:nvPr/>
        </p:nvCxnSpPr>
        <p:spPr>
          <a:xfrm rot="5400000" flipH="1" flipV="1">
            <a:off x="4902114" y="356845"/>
            <a:ext cx="208632" cy="936562"/>
          </a:xfrm>
          <a:prstGeom prst="curvedConnector3">
            <a:avLst>
              <a:gd name="adj1" fmla="val 125483"/>
            </a:avLst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ekrümmte Verbindung 84">
            <a:extLst>
              <a:ext uri="{FF2B5EF4-FFF2-40B4-BE49-F238E27FC236}">
                <a16:creationId xmlns:a16="http://schemas.microsoft.com/office/drawing/2014/main" id="{B1666168-DD63-2C5F-845F-2E2367804A98}"/>
              </a:ext>
            </a:extLst>
          </p:cNvPr>
          <p:cNvCxnSpPr/>
          <p:nvPr/>
        </p:nvCxnSpPr>
        <p:spPr>
          <a:xfrm rot="16200000" flipH="1">
            <a:off x="3763247" y="732777"/>
            <a:ext cx="148011" cy="1061953"/>
          </a:xfrm>
          <a:prstGeom prst="curvedConnector5">
            <a:avLst>
              <a:gd name="adj1" fmla="val -154448"/>
              <a:gd name="adj2" fmla="val 50000"/>
              <a:gd name="adj3" fmla="val 254448"/>
            </a:avLst>
          </a:prstGeom>
          <a:ln w="63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Gekrümmte Verbindung 85">
            <a:extLst>
              <a:ext uri="{FF2B5EF4-FFF2-40B4-BE49-F238E27FC236}">
                <a16:creationId xmlns:a16="http://schemas.microsoft.com/office/drawing/2014/main" id="{C9B7E490-2E16-DDB9-CA16-4F3DABEB3D9D}"/>
              </a:ext>
            </a:extLst>
          </p:cNvPr>
          <p:cNvCxnSpPr>
            <a:cxnSpLocks/>
            <a:endCxn id="59" idx="4"/>
          </p:cNvCxnSpPr>
          <p:nvPr/>
        </p:nvCxnSpPr>
        <p:spPr>
          <a:xfrm>
            <a:off x="3306275" y="1666598"/>
            <a:ext cx="1083430" cy="441152"/>
          </a:xfrm>
          <a:prstGeom prst="curvedConnector4">
            <a:avLst>
              <a:gd name="adj1" fmla="val 39201"/>
              <a:gd name="adj2" fmla="val 151819"/>
            </a:avLst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krümmte Verbindung 86">
            <a:extLst>
              <a:ext uri="{FF2B5EF4-FFF2-40B4-BE49-F238E27FC236}">
                <a16:creationId xmlns:a16="http://schemas.microsoft.com/office/drawing/2014/main" id="{58B41DA5-021D-0F6E-DE4A-7FC832A01C08}"/>
              </a:ext>
            </a:extLst>
          </p:cNvPr>
          <p:cNvCxnSpPr>
            <a:cxnSpLocks/>
            <a:endCxn id="51" idx="2"/>
          </p:cNvCxnSpPr>
          <p:nvPr/>
        </p:nvCxnSpPr>
        <p:spPr>
          <a:xfrm rot="16200000" flipH="1">
            <a:off x="5544003" y="1220844"/>
            <a:ext cx="408462" cy="225028"/>
          </a:xfrm>
          <a:prstGeom prst="curvedConnector2">
            <a:avLst/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Gekrümmte Verbindung 87">
            <a:extLst>
              <a:ext uri="{FF2B5EF4-FFF2-40B4-BE49-F238E27FC236}">
                <a16:creationId xmlns:a16="http://schemas.microsoft.com/office/drawing/2014/main" id="{BFF028F3-C8E4-14C4-BC54-507A955FB623}"/>
              </a:ext>
            </a:extLst>
          </p:cNvPr>
          <p:cNvCxnSpPr>
            <a:cxnSpLocks/>
            <a:stCxn id="80" idx="7"/>
            <a:endCxn id="77" idx="1"/>
          </p:cNvCxnSpPr>
          <p:nvPr/>
        </p:nvCxnSpPr>
        <p:spPr>
          <a:xfrm rot="16200000" flipH="1">
            <a:off x="3551711" y="273930"/>
            <a:ext cx="253729" cy="1057294"/>
          </a:xfrm>
          <a:prstGeom prst="curvedConnector3">
            <a:avLst>
              <a:gd name="adj1" fmla="val -15493"/>
            </a:avLst>
          </a:prstGeom>
          <a:ln w="63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krümmte Verbindung 100">
            <a:extLst>
              <a:ext uri="{FF2B5EF4-FFF2-40B4-BE49-F238E27FC236}">
                <a16:creationId xmlns:a16="http://schemas.microsoft.com/office/drawing/2014/main" id="{9061779C-7287-74E2-F2E0-91C8D1837E75}"/>
              </a:ext>
            </a:extLst>
          </p:cNvPr>
          <p:cNvCxnSpPr>
            <a:cxnSpLocks/>
            <a:stCxn id="80" idx="2"/>
            <a:endCxn id="80" idx="4"/>
          </p:cNvCxnSpPr>
          <p:nvPr/>
        </p:nvCxnSpPr>
        <p:spPr>
          <a:xfrm rot="10800000" flipH="1" flipV="1">
            <a:off x="2750466" y="841176"/>
            <a:ext cx="234000" cy="234000"/>
          </a:xfrm>
          <a:prstGeom prst="curvedConnector4">
            <a:avLst>
              <a:gd name="adj1" fmla="val -97692"/>
              <a:gd name="adj2" fmla="val 197692"/>
            </a:avLst>
          </a:prstGeom>
          <a:ln w="63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Gekrümmte Verbindung 101">
            <a:extLst>
              <a:ext uri="{FF2B5EF4-FFF2-40B4-BE49-F238E27FC236}">
                <a16:creationId xmlns:a16="http://schemas.microsoft.com/office/drawing/2014/main" id="{CA653B06-DEF2-5E68-C4E9-301E5A1119FD}"/>
              </a:ext>
            </a:extLst>
          </p:cNvPr>
          <p:cNvCxnSpPr>
            <a:cxnSpLocks/>
            <a:stCxn id="68" idx="6"/>
            <a:endCxn id="65" idx="4"/>
          </p:cNvCxnSpPr>
          <p:nvPr/>
        </p:nvCxnSpPr>
        <p:spPr>
          <a:xfrm flipV="1">
            <a:off x="4037506" y="2312005"/>
            <a:ext cx="1324085" cy="390501"/>
          </a:xfrm>
          <a:prstGeom prst="curvedConnector2">
            <a:avLst/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Gekrümmte Verbindung 102">
            <a:extLst>
              <a:ext uri="{FF2B5EF4-FFF2-40B4-BE49-F238E27FC236}">
                <a16:creationId xmlns:a16="http://schemas.microsoft.com/office/drawing/2014/main" id="{1E9CFD11-D22C-D2BD-3BEB-6CF715F8B6FA}"/>
              </a:ext>
            </a:extLst>
          </p:cNvPr>
          <p:cNvCxnSpPr>
            <a:cxnSpLocks/>
            <a:stCxn id="62" idx="4"/>
            <a:endCxn id="68" idx="3"/>
          </p:cNvCxnSpPr>
          <p:nvPr/>
        </p:nvCxnSpPr>
        <p:spPr>
          <a:xfrm rot="16200000" flipH="1">
            <a:off x="3117735" y="2347660"/>
            <a:ext cx="479713" cy="560903"/>
          </a:xfrm>
          <a:prstGeom prst="curvedConnector3">
            <a:avLst>
              <a:gd name="adj1" fmla="val 106601"/>
            </a:avLst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Gekrümmte Verbindung 110">
            <a:extLst>
              <a:ext uri="{FF2B5EF4-FFF2-40B4-BE49-F238E27FC236}">
                <a16:creationId xmlns:a16="http://schemas.microsoft.com/office/drawing/2014/main" id="{4DF57DB4-C17A-6BB0-F840-18195D436079}"/>
              </a:ext>
            </a:extLst>
          </p:cNvPr>
          <p:cNvCxnSpPr>
            <a:cxnSpLocks/>
            <a:stCxn id="59" idx="7"/>
            <a:endCxn id="71" idx="2"/>
          </p:cNvCxnSpPr>
          <p:nvPr/>
        </p:nvCxnSpPr>
        <p:spPr>
          <a:xfrm rot="5400000" flipH="1" flipV="1">
            <a:off x="4569664" y="871777"/>
            <a:ext cx="822014" cy="851006"/>
          </a:xfrm>
          <a:prstGeom prst="curvedConnector2">
            <a:avLst/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krümmte Verbindung 111">
            <a:extLst>
              <a:ext uri="{FF2B5EF4-FFF2-40B4-BE49-F238E27FC236}">
                <a16:creationId xmlns:a16="http://schemas.microsoft.com/office/drawing/2014/main" id="{E7F0F69F-B9F2-92FA-4472-2FD4D7554F61}"/>
              </a:ext>
            </a:extLst>
          </p:cNvPr>
          <p:cNvCxnSpPr>
            <a:cxnSpLocks/>
            <a:stCxn id="65" idx="6"/>
            <a:endCxn id="74" idx="6"/>
          </p:cNvCxnSpPr>
          <p:nvPr/>
        </p:nvCxnSpPr>
        <p:spPr>
          <a:xfrm>
            <a:off x="5595591" y="2078005"/>
            <a:ext cx="583759" cy="645137"/>
          </a:xfrm>
          <a:prstGeom prst="curvedConnector3">
            <a:avLst>
              <a:gd name="adj1" fmla="val 139160"/>
            </a:avLst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krümmte Verbindung 112">
            <a:extLst>
              <a:ext uri="{FF2B5EF4-FFF2-40B4-BE49-F238E27FC236}">
                <a16:creationId xmlns:a16="http://schemas.microsoft.com/office/drawing/2014/main" id="{930F12CB-67FE-00D0-6A95-BC02216A6ECC}"/>
              </a:ext>
            </a:extLst>
          </p:cNvPr>
          <p:cNvCxnSpPr>
            <a:cxnSpLocks/>
            <a:stCxn id="71" idx="3"/>
            <a:endCxn id="59" idx="6"/>
          </p:cNvCxnSpPr>
          <p:nvPr/>
        </p:nvCxnSpPr>
        <p:spPr>
          <a:xfrm rot="5400000">
            <a:off x="4638201" y="1037240"/>
            <a:ext cx="822014" cy="851006"/>
          </a:xfrm>
          <a:prstGeom prst="curvedConnector2">
            <a:avLst/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krümmte Verbindung 137">
            <a:extLst>
              <a:ext uri="{FF2B5EF4-FFF2-40B4-BE49-F238E27FC236}">
                <a16:creationId xmlns:a16="http://schemas.microsoft.com/office/drawing/2014/main" id="{AFFBA282-0416-856D-222F-921F93D3A455}"/>
              </a:ext>
            </a:extLst>
          </p:cNvPr>
          <p:cNvCxnSpPr>
            <a:cxnSpLocks/>
            <a:stCxn id="56" idx="2"/>
            <a:endCxn id="62" idx="2"/>
          </p:cNvCxnSpPr>
          <p:nvPr/>
        </p:nvCxnSpPr>
        <p:spPr>
          <a:xfrm rot="10800000" flipV="1">
            <a:off x="2843141" y="1423746"/>
            <a:ext cx="233593" cy="730510"/>
          </a:xfrm>
          <a:prstGeom prst="curvedConnector3">
            <a:avLst>
              <a:gd name="adj1" fmla="val 197863"/>
            </a:avLst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Gekrümmte Verbindung 140">
            <a:extLst>
              <a:ext uri="{FF2B5EF4-FFF2-40B4-BE49-F238E27FC236}">
                <a16:creationId xmlns:a16="http://schemas.microsoft.com/office/drawing/2014/main" id="{729EDA7C-C199-4963-F96D-A93BB386F72C}"/>
              </a:ext>
            </a:extLst>
          </p:cNvPr>
          <p:cNvCxnSpPr>
            <a:cxnSpLocks/>
            <a:stCxn id="71" idx="7"/>
            <a:endCxn id="71" idx="5"/>
          </p:cNvCxnSpPr>
          <p:nvPr/>
        </p:nvCxnSpPr>
        <p:spPr>
          <a:xfrm rot="16200000" flipH="1">
            <a:off x="5640174" y="886273"/>
            <a:ext cx="330926" cy="12700"/>
          </a:xfrm>
          <a:prstGeom prst="curvedConnector5">
            <a:avLst>
              <a:gd name="adj1" fmla="val -10466"/>
              <a:gd name="adj2" fmla="val 2654465"/>
              <a:gd name="adj3" fmla="val 120933"/>
            </a:avLst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Gekrümmte Verbindung 143">
            <a:extLst>
              <a:ext uri="{FF2B5EF4-FFF2-40B4-BE49-F238E27FC236}">
                <a16:creationId xmlns:a16="http://schemas.microsoft.com/office/drawing/2014/main" id="{C05299E5-C34D-9902-16F4-05869DFF4A80}"/>
              </a:ext>
            </a:extLst>
          </p:cNvPr>
          <p:cNvCxnSpPr>
            <a:cxnSpLocks/>
            <a:stCxn id="51" idx="6"/>
            <a:endCxn id="51" idx="4"/>
          </p:cNvCxnSpPr>
          <p:nvPr/>
        </p:nvCxnSpPr>
        <p:spPr>
          <a:xfrm flipH="1">
            <a:off x="6094748" y="1537589"/>
            <a:ext cx="234000" cy="234000"/>
          </a:xfrm>
          <a:prstGeom prst="curvedConnector4">
            <a:avLst>
              <a:gd name="adj1" fmla="val -97692"/>
              <a:gd name="adj2" fmla="val 197692"/>
            </a:avLst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Gekrümmte Verbindung 146">
            <a:extLst>
              <a:ext uri="{FF2B5EF4-FFF2-40B4-BE49-F238E27FC236}">
                <a16:creationId xmlns:a16="http://schemas.microsoft.com/office/drawing/2014/main" id="{6487DA09-85E2-F39F-D978-F6F7D0703AC3}"/>
              </a:ext>
            </a:extLst>
          </p:cNvPr>
          <p:cNvCxnSpPr>
            <a:cxnSpLocks/>
            <a:stCxn id="74" idx="2"/>
            <a:endCxn id="65" idx="2"/>
          </p:cNvCxnSpPr>
          <p:nvPr/>
        </p:nvCxnSpPr>
        <p:spPr>
          <a:xfrm rot="10800000">
            <a:off x="5127592" y="2078006"/>
            <a:ext cx="583759" cy="645137"/>
          </a:xfrm>
          <a:prstGeom prst="curvedConnector3">
            <a:avLst>
              <a:gd name="adj1" fmla="val 139160"/>
            </a:avLst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01BA29D4-FB4C-C015-C4D0-5F5E8FCAD8D3}"/>
              </a:ext>
            </a:extLst>
          </p:cNvPr>
          <p:cNvSpPr/>
          <p:nvPr/>
        </p:nvSpPr>
        <p:spPr>
          <a:xfrm>
            <a:off x="7033257" y="83076"/>
            <a:ext cx="1728000" cy="3073938"/>
          </a:xfrm>
          <a:prstGeom prst="roundRect">
            <a:avLst>
              <a:gd name="adj" fmla="val 1001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0ABEE4A4-A386-4259-7740-A52D814037D2}"/>
              </a:ext>
            </a:extLst>
          </p:cNvPr>
          <p:cNvCxnSpPr>
            <a:cxnSpLocks/>
          </p:cNvCxnSpPr>
          <p:nvPr/>
        </p:nvCxnSpPr>
        <p:spPr>
          <a:xfrm>
            <a:off x="6735369" y="670441"/>
            <a:ext cx="504000" cy="0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74E32E8F-6CDE-4F27-6E41-0356B4F7719C}"/>
              </a:ext>
            </a:extLst>
          </p:cNvPr>
          <p:cNvCxnSpPr>
            <a:cxnSpLocks/>
          </p:cNvCxnSpPr>
          <p:nvPr/>
        </p:nvCxnSpPr>
        <p:spPr>
          <a:xfrm>
            <a:off x="6735369" y="1199318"/>
            <a:ext cx="504000" cy="0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BB5A2483-E688-7741-C0E2-B9501F5587F8}"/>
              </a:ext>
            </a:extLst>
          </p:cNvPr>
          <p:cNvCxnSpPr>
            <a:cxnSpLocks/>
          </p:cNvCxnSpPr>
          <p:nvPr/>
        </p:nvCxnSpPr>
        <p:spPr>
          <a:xfrm>
            <a:off x="6735369" y="1728194"/>
            <a:ext cx="504000" cy="0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Gerade Verbindung mit Pfeil 107">
            <a:extLst>
              <a:ext uri="{FF2B5EF4-FFF2-40B4-BE49-F238E27FC236}">
                <a16:creationId xmlns:a16="http://schemas.microsoft.com/office/drawing/2014/main" id="{C0BBCB0C-7F75-A24B-A68D-40864D86AE3D}"/>
              </a:ext>
            </a:extLst>
          </p:cNvPr>
          <p:cNvCxnSpPr>
            <a:cxnSpLocks/>
          </p:cNvCxnSpPr>
          <p:nvPr/>
        </p:nvCxnSpPr>
        <p:spPr>
          <a:xfrm>
            <a:off x="6735369" y="2569648"/>
            <a:ext cx="504000" cy="0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feld 109">
                <a:extLst>
                  <a:ext uri="{FF2B5EF4-FFF2-40B4-BE49-F238E27FC236}">
                    <a16:creationId xmlns:a16="http://schemas.microsoft.com/office/drawing/2014/main" id="{95FA1402-B74D-0F5B-7088-196251C24AC2}"/>
                  </a:ext>
                </a:extLst>
              </p:cNvPr>
              <p:cNvSpPr txBox="1"/>
              <p:nvPr/>
            </p:nvSpPr>
            <p:spPr>
              <a:xfrm>
                <a:off x="6918440" y="1972652"/>
                <a:ext cx="1378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i="1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de-DE" sz="1600" dirty="0"/>
              </a:p>
            </p:txBody>
          </p:sp>
        </mc:Choice>
        <mc:Fallback xmlns="">
          <p:sp>
            <p:nvSpPr>
              <p:cNvPr id="110" name="Textfeld 109">
                <a:extLst>
                  <a:ext uri="{FF2B5EF4-FFF2-40B4-BE49-F238E27FC236}">
                    <a16:creationId xmlns:a16="http://schemas.microsoft.com/office/drawing/2014/main" id="{95FA1402-B74D-0F5B-7088-196251C24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440" y="1972652"/>
                <a:ext cx="137858" cy="307777"/>
              </a:xfrm>
              <a:prstGeom prst="rect">
                <a:avLst/>
              </a:prstGeom>
              <a:blipFill>
                <a:blip r:embed="rId2"/>
                <a:stretch>
                  <a:fillRect l="-39130" r="-39130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bgerundetes Rechteck 33">
            <a:extLst>
              <a:ext uri="{FF2B5EF4-FFF2-40B4-BE49-F238E27FC236}">
                <a16:creationId xmlns:a16="http://schemas.microsoft.com/office/drawing/2014/main" id="{5F2B10BF-FA88-CE00-3AD6-FC2585A3D00B}"/>
              </a:ext>
            </a:extLst>
          </p:cNvPr>
          <p:cNvSpPr/>
          <p:nvPr/>
        </p:nvSpPr>
        <p:spPr>
          <a:xfrm>
            <a:off x="7663257" y="1386045"/>
            <a:ext cx="468000" cy="46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4841A1-66E7-0BCC-8025-3C272B487710}"/>
              </a:ext>
            </a:extLst>
          </p:cNvPr>
          <p:cNvSpPr/>
          <p:nvPr/>
        </p:nvSpPr>
        <p:spPr>
          <a:xfrm>
            <a:off x="218304" y="165667"/>
            <a:ext cx="1728000" cy="32613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72000" bIns="3600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Input layer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5F0B767-EB71-BF83-19CF-27FC0CD61CAB}"/>
              </a:ext>
            </a:extLst>
          </p:cNvPr>
          <p:cNvSpPr/>
          <p:nvPr/>
        </p:nvSpPr>
        <p:spPr>
          <a:xfrm>
            <a:off x="2073618" y="165667"/>
            <a:ext cx="4860000" cy="32613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72000" bIns="3600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Hidden layer (reservoir)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862BED6-3E5C-C19D-0298-1681BC531DA3}"/>
              </a:ext>
            </a:extLst>
          </p:cNvPr>
          <p:cNvSpPr/>
          <p:nvPr/>
        </p:nvSpPr>
        <p:spPr>
          <a:xfrm>
            <a:off x="7033257" y="165667"/>
            <a:ext cx="1728000" cy="32613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72000" bIns="3600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Output layer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474535E-C2A2-40A3-DCEF-859CB94A50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89374"/>
              </p:ext>
            </p:extLst>
          </p:nvPr>
        </p:nvGraphicFramePr>
        <p:xfrm>
          <a:off x="1812109" y="2823207"/>
          <a:ext cx="393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3480" imgH="228600" progId="Equation.DSMT4">
                  <p:embed/>
                </p:oleObj>
              </mc:Choice>
              <mc:Fallback>
                <p:oleObj name="Equation" r:id="rId3" imgW="393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12109" y="2823207"/>
                        <a:ext cx="393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26D615A-38B0-1CDA-F92B-E169073462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804055"/>
              </p:ext>
            </p:extLst>
          </p:nvPr>
        </p:nvGraphicFramePr>
        <p:xfrm>
          <a:off x="6744584" y="2823207"/>
          <a:ext cx="469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800" imgH="228600" progId="Equation.DSMT4">
                  <p:embed/>
                </p:oleObj>
              </mc:Choice>
              <mc:Fallback>
                <p:oleObj name="Equation" r:id="rId5" imgW="469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44584" y="2823207"/>
                        <a:ext cx="469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083C8FD8-89BC-6863-9EEC-9D84DC3B24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279402"/>
              </p:ext>
            </p:extLst>
          </p:nvPr>
        </p:nvGraphicFramePr>
        <p:xfrm>
          <a:off x="987054" y="444500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0440" imgH="228600" progId="Equation.DSMT4">
                  <p:embed/>
                </p:oleObj>
              </mc:Choice>
              <mc:Fallback>
                <p:oleObj name="Equation" r:id="rId7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87054" y="444500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72B70C51-648D-738E-44FB-CF067F4E0C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023061"/>
              </p:ext>
            </p:extLst>
          </p:nvPr>
        </p:nvGraphicFramePr>
        <p:xfrm>
          <a:off x="4408368" y="438150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0440" imgH="228600" progId="Equation.DSMT4">
                  <p:embed/>
                </p:oleObj>
              </mc:Choice>
              <mc:Fallback>
                <p:oleObj name="Equation" r:id="rId9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08368" y="438150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1B508264-7642-CC30-6678-504A6C7090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8491574"/>
              </p:ext>
            </p:extLst>
          </p:nvPr>
        </p:nvGraphicFramePr>
        <p:xfrm>
          <a:off x="7802007" y="463550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0440" imgH="228600" progId="Equation.DSMT4">
                  <p:embed/>
                </p:oleObj>
              </mc:Choice>
              <mc:Fallback>
                <p:oleObj name="Equation" r:id="rId11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02007" y="463550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58C61F67-8123-3165-C765-A92648106C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8292725"/>
              </p:ext>
            </p:extLst>
          </p:nvPr>
        </p:nvGraphicFramePr>
        <p:xfrm>
          <a:off x="4370268" y="2823207"/>
          <a:ext cx="2667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400" imgH="215640" progId="Equation.DSMT4">
                  <p:embed/>
                </p:oleObj>
              </mc:Choice>
              <mc:Fallback>
                <p:oleObj name="Equation" r:id="rId13" imgW="2664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70268" y="2823207"/>
                        <a:ext cx="2667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4E4C5EC5-1D87-D64C-6668-820F6776FF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3438828"/>
              </p:ext>
            </p:extLst>
          </p:nvPr>
        </p:nvGraphicFramePr>
        <p:xfrm>
          <a:off x="7802007" y="1505745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0440" imgH="228600" progId="Equation.DSMT4">
                  <p:embed/>
                </p:oleObj>
              </mc:Choice>
              <mc:Fallback>
                <p:oleObj name="Equation" r:id="rId15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802007" y="1505745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5CD65857-A379-6CE5-03B7-B4207CBD5C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306078"/>
              </p:ext>
            </p:extLst>
          </p:nvPr>
        </p:nvGraphicFramePr>
        <p:xfrm>
          <a:off x="942604" y="1505745"/>
          <a:ext cx="279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79360" imgH="228600" progId="Equation.DSMT4">
                  <p:embed/>
                </p:oleObj>
              </mc:Choice>
              <mc:Fallback>
                <p:oleObj name="Equation" r:id="rId17" imgW="279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42604" y="1505745"/>
                        <a:ext cx="279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Gerade Verbindung mit Pfeil 88">
            <a:extLst>
              <a:ext uri="{FF2B5EF4-FFF2-40B4-BE49-F238E27FC236}">
                <a16:creationId xmlns:a16="http://schemas.microsoft.com/office/drawing/2014/main" id="{759ABDF0-3AB2-F789-A7C3-2DAE1DD487E9}"/>
              </a:ext>
            </a:extLst>
          </p:cNvPr>
          <p:cNvCxnSpPr>
            <a:cxnSpLocks/>
          </p:cNvCxnSpPr>
          <p:nvPr/>
        </p:nvCxnSpPr>
        <p:spPr>
          <a:xfrm>
            <a:off x="1757341" y="670441"/>
            <a:ext cx="504000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89">
            <a:extLst>
              <a:ext uri="{FF2B5EF4-FFF2-40B4-BE49-F238E27FC236}">
                <a16:creationId xmlns:a16="http://schemas.microsoft.com/office/drawing/2014/main" id="{DD88EA80-52F9-87AE-47AA-B6122B70C856}"/>
              </a:ext>
            </a:extLst>
          </p:cNvPr>
          <p:cNvCxnSpPr>
            <a:cxnSpLocks/>
          </p:cNvCxnSpPr>
          <p:nvPr/>
        </p:nvCxnSpPr>
        <p:spPr>
          <a:xfrm>
            <a:off x="1757341" y="1199318"/>
            <a:ext cx="504000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91">
            <a:extLst>
              <a:ext uri="{FF2B5EF4-FFF2-40B4-BE49-F238E27FC236}">
                <a16:creationId xmlns:a16="http://schemas.microsoft.com/office/drawing/2014/main" id="{9B829BAA-7E66-1E8B-B9FC-89379D9ED0C6}"/>
              </a:ext>
            </a:extLst>
          </p:cNvPr>
          <p:cNvCxnSpPr>
            <a:cxnSpLocks/>
          </p:cNvCxnSpPr>
          <p:nvPr/>
        </p:nvCxnSpPr>
        <p:spPr>
          <a:xfrm>
            <a:off x="1757341" y="1728194"/>
            <a:ext cx="504000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107">
            <a:extLst>
              <a:ext uri="{FF2B5EF4-FFF2-40B4-BE49-F238E27FC236}">
                <a16:creationId xmlns:a16="http://schemas.microsoft.com/office/drawing/2014/main" id="{E99CED2E-4768-544C-07D3-4A1F22F9525D}"/>
              </a:ext>
            </a:extLst>
          </p:cNvPr>
          <p:cNvCxnSpPr>
            <a:cxnSpLocks/>
          </p:cNvCxnSpPr>
          <p:nvPr/>
        </p:nvCxnSpPr>
        <p:spPr>
          <a:xfrm>
            <a:off x="1757341" y="2569648"/>
            <a:ext cx="504000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109">
                <a:extLst>
                  <a:ext uri="{FF2B5EF4-FFF2-40B4-BE49-F238E27FC236}">
                    <a16:creationId xmlns:a16="http://schemas.microsoft.com/office/drawing/2014/main" id="{052E7571-74E4-E564-E1A3-BB165A91277E}"/>
                  </a:ext>
                </a:extLst>
              </p:cNvPr>
              <p:cNvSpPr txBox="1"/>
              <p:nvPr/>
            </p:nvSpPr>
            <p:spPr>
              <a:xfrm>
                <a:off x="1940412" y="1972652"/>
                <a:ext cx="1378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i="1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de-DE" sz="1600" dirty="0"/>
              </a:p>
            </p:txBody>
          </p:sp>
        </mc:Choice>
        <mc:Fallback xmlns="">
          <p:sp>
            <p:nvSpPr>
              <p:cNvPr id="29" name="Textfeld 109">
                <a:extLst>
                  <a:ext uri="{FF2B5EF4-FFF2-40B4-BE49-F238E27FC236}">
                    <a16:creationId xmlns:a16="http://schemas.microsoft.com/office/drawing/2014/main" id="{052E7571-74E4-E564-E1A3-BB165A912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412" y="1972652"/>
                <a:ext cx="137858" cy="307777"/>
              </a:xfrm>
              <a:prstGeom prst="rect">
                <a:avLst/>
              </a:prstGeom>
              <a:blipFill>
                <a:blip r:embed="rId19"/>
                <a:stretch>
                  <a:fillRect l="-39130" r="-39130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7700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11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2013 - 2022 Theme</vt:lpstr>
      <vt:lpstr>Equation</vt:lpstr>
      <vt:lpstr>MathType 7.0 Equation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Alexander Häußer</dc:creator>
  <cp:lastModifiedBy>Alexander Haeusser</cp:lastModifiedBy>
  <cp:revision>77</cp:revision>
  <dcterms:created xsi:type="dcterms:W3CDTF">2017-08-04T08:32:53Z</dcterms:created>
  <dcterms:modified xsi:type="dcterms:W3CDTF">2026-03-29T09:37:20Z</dcterms:modified>
</cp:coreProperties>
</file>